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warmly and thank Dr. Okafor for the kickoff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1,300 figure slowly. Expect pushback on why the head term is not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quote land — then explain how it shaped the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first action and its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positioning: “the calm, same-day family practice that treats emergencies and implants under one roof.” Then pause on “We never want to sound like a used-car lot.”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Growth Blueprint</a:t>
            </a:r>
          </a:p>
          <a:p>
            <a:r>
              <a:t>Prepared for Larkspur Family Dental</a:t>
            </a:r>
          </a:p>
          <a:p>
            <a:r>
              <a:t>By WISE Digital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Your patients search for emergency care and find nobody</a:t>
            </a:r>
          </a:p>
          <a:p>
            <a:r>
              <a:t>1,300</a:t>
            </a:r>
          </a:p>
          <a:p>
            <a:r>
              <a:t>monthly searches for emergency dentist boise, and 2,000 more for urgent care terms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What you told us</a:t>
            </a:r>
          </a:p>
          <a:p>
            <a:r>
              <a:t>“We never want to sound like a used car lot. Calm, clear and no pressure.”</a:t>
            </a:r>
          </a:p>
          <a:p>
            <a:r>
              <a:t>Dr. Maya Okafor, kickoff call, 2026-10-09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What happens next</a:t>
            </a:r>
          </a:p>
          <a:p>
            <a:r>
              <a:t>We prescribed a service-first build, then authority.</a:t>
            </a:r>
          </a:p>
          <a:p>
            <a:r>
              <a:t>Your 4.9 rating from 212 Google reviews leads the homepage.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Your patients will find you within 90 days</a:t>
            </a:r>
          </a:p>
          <a:p>
            <a:r>
              <a:t>“Implants change people's lives, and most people”</a:t>
            </a:r>
          </a:p>
          <a:p>
            <a:r>
              <a:t>Dr. Maya Okafor, kickoff call, 2026-10-09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